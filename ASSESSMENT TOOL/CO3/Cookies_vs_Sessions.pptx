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3287395" y="1555115"/>
            <a:ext cx="1097280" cy="10972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1" descr="/home/claude/cookies_sessions/icons/cooki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6851" y="1672971"/>
            <a:ext cx="658368" cy="658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46320" y="1555115"/>
            <a:ext cx="1097280" cy="10972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8" name="Image 2" descr="/home/claude/cookies_sessions/icons/exchang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846961"/>
            <a:ext cx="658368" cy="65836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5245" y="1555115"/>
            <a:ext cx="1097280" cy="109728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0" name="Image 3" descr="/home/claude/cookies_sessions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066" y="1846326"/>
            <a:ext cx="658368" cy="6583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5603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 vs  SESSIONS</a:t>
            </a:r>
            <a:endParaRPr lang="en-US" sz="4000" dirty="0"/>
          </a:p>
        </p:txBody>
      </p:sp>
      <p:sp>
        <p:nvSpPr>
          <p:cNvPr id="13" name="Text 7"/>
          <p:cNvSpPr/>
          <p:nvPr/>
        </p:nvSpPr>
        <p:spPr>
          <a:xfrm>
            <a:off x="1719580" y="4620895"/>
            <a:ext cx="914400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S.SHIVA RANGA REDDY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192411178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BE-CSE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1255713" y="235585"/>
            <a:ext cx="9134475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Location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CFE8F3"/>
          </a:solidFill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ookies_sessions/icons/cooki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(Client-Side)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directly in the browser (client machine)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server automatically on every HTTP request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size limit — typically ~4KB per cookie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based on an expiry date, even after the browser closes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and path scoped; visible/editable by the user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11" name="Image 1" descr="/home/claude/cookies_sessions/icons/serv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83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(Server-Side)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on the server (memory, DB, or cache like Redis)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only holds a small session ID, usually in a cookie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practical size limit for stored data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based on server-defined timeout or user logout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directly visible or editable by the client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92024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ookies_sessions/icons/bu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0756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Theft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2402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Client-readable cookies can be stolen via injected scripts if not flagged HttpOnly.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1920240"/>
            <a:ext cx="822960" cy="8229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1" name="Image 1" descr="/home/claude/cookies_sessions/icons/exchang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207568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97180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566160"/>
            <a:ext cx="22402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auto-attach to requests, enabling forged cross-site actions without SameSite protection.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9460" y="1920240"/>
            <a:ext cx="822960" cy="82296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16" name="Image 2" descr="/home/claude/cookies_sessions/icons/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207568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97180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3566160"/>
            <a:ext cx="22402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session ID lets an attacker impersonate the user until it expires.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44100" y="1920240"/>
            <a:ext cx="822960" cy="822960"/>
          </a:xfrm>
          <a:prstGeom prst="ellipse">
            <a:avLst/>
          </a:prstGeom>
          <a:solidFill>
            <a:srgbClr val="21295C"/>
          </a:solidFill>
        </p:spPr>
      </p:sp>
      <p:pic>
        <p:nvPicPr>
          <p:cNvPr id="21" name="Image 3" descr="/home/claude/cookies_sessions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9548" y="207568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97180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Storage Load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3566160"/>
            <a:ext cx="22402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 sitting server-side becomes a target and a scaling liability if compromised.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pair cookies with HttpOnly, Secure, and SameSite flags; keep session IDs short-lived and rotate on privilege change.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Considerations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CFE8F3"/>
          </a:solidFill>
        </p:spPr>
      </p:sp>
      <p:pic>
        <p:nvPicPr>
          <p:cNvPr id="5" name="Image 0" descr="/home/claude/cookies_sessions/icons/speed_deep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9164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~4KB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47548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EVERY request header — grows with each cookie set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4F7FA"/>
          </a:solidFill>
        </p:spPr>
      </p:sp>
      <p:pic>
        <p:nvPicPr>
          <p:cNvPr id="9" name="Image 1" descr="/home/claude/cookies_sessions/icons/database_c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830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69164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RAM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537960" y="2514600"/>
            <a:ext cx="47548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per active user — scales with concurrent sessions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3931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3931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0" y="39319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11064240" cy="36576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16" name="Text 12"/>
          <p:cNvSpPr/>
          <p:nvPr/>
        </p:nvSpPr>
        <p:spPr>
          <a:xfrm>
            <a:off x="685800" y="3931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83280" y="3931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315200" y="39319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297680"/>
            <a:ext cx="11064240" cy="502920"/>
          </a:xfrm>
          <a:prstGeom prst="rect">
            <a:avLst/>
          </a:prstGeom>
          <a:solidFill>
            <a:srgbClr val="F4F7FA"/>
          </a:solidFill>
        </p:spPr>
      </p:sp>
      <p:sp>
        <p:nvSpPr>
          <p:cNvPr id="20" name="Text 16"/>
          <p:cNvSpPr/>
          <p:nvPr/>
        </p:nvSpPr>
        <p:spPr>
          <a:xfrm>
            <a:off x="685800" y="42976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overhead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83280" y="42976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weight to every request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315200" y="429768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beyond the small session ID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85800" y="480060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memory / DB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383280" y="48006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cost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7315200" y="480060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linearly with active users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5303520"/>
            <a:ext cx="11064240" cy="502920"/>
          </a:xfrm>
          <a:prstGeom prst="rect">
            <a:avLst/>
          </a:prstGeom>
          <a:solidFill>
            <a:srgbClr val="F4F7FA"/>
          </a:solidFill>
        </p:spPr>
      </p:sp>
      <p:sp>
        <p:nvSpPr>
          <p:cNvPr id="27" name="Text 23"/>
          <p:cNvSpPr/>
          <p:nvPr/>
        </p:nvSpPr>
        <p:spPr>
          <a:xfrm>
            <a:off x="685800" y="53035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383280" y="53035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easily — stateless server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7315200" y="53035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shared store (Redis) for multi-server setups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85800" y="580644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latency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383280" y="58064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no server lookup needed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7315200" y="580644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lookup per request (cache-dependent)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A3470"/>
          </a:solidFill>
        </p:spPr>
      </p:sp>
      <p:sp>
        <p:nvSpPr>
          <p:cNvPr id="5" name="Shape 3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ookies_sessions/icons/car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888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8308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Cart (Guest)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331720"/>
            <a:ext cx="3886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remember a guest shopping cart across visits without requiring login — persists for days via expiry.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A3470"/>
          </a:solidFill>
        </p:spPr>
      </p:sp>
      <p:sp>
        <p:nvSpPr>
          <p:cNvPr id="10" name="Shape 7"/>
          <p:cNvSpPr/>
          <p:nvPr/>
        </p:nvSpPr>
        <p:spPr>
          <a:xfrm>
            <a:off x="6537960" y="1828800"/>
            <a:ext cx="777240" cy="77724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11" name="Image 1" descr="/home/claude/cookies_sessions/icons/signi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19888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78308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Login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98080" y="2331720"/>
            <a:ext cx="3886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hold authenticated user state on the server, timing out after inactivity to limit exposure.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A3470"/>
          </a:solidFill>
        </p:spPr>
      </p:sp>
      <p:sp>
        <p:nvSpPr>
          <p:cNvPr id="15" name="Shape 11"/>
          <p:cNvSpPr/>
          <p:nvPr/>
        </p:nvSpPr>
        <p:spPr>
          <a:xfrm>
            <a:off x="822960" y="4160520"/>
            <a:ext cx="777240" cy="77724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6" name="Image 2" descr="/home/claude/cookies_sessions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3205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1480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Tracking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663440"/>
            <a:ext cx="3886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carry a unique visitor ID so tools like GA can stitch together a user's journey across pages.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2A3470"/>
          </a:solidFill>
        </p:spPr>
      </p:sp>
      <p:sp>
        <p:nvSpPr>
          <p:cNvPr id="20" name="Shape 15"/>
          <p:cNvSpPr/>
          <p:nvPr/>
        </p:nvSpPr>
        <p:spPr>
          <a:xfrm>
            <a:off x="6537960" y="4160520"/>
            <a:ext cx="777240" cy="777240"/>
          </a:xfrm>
          <a:prstGeom prst="ellipse">
            <a:avLst/>
          </a:prstGeom>
          <a:solidFill>
            <a:srgbClr val="3E7CB1"/>
          </a:solidFill>
        </p:spPr>
      </p:sp>
      <p:pic>
        <p:nvPicPr>
          <p:cNvPr id="21" name="Image 3" descr="/home/claude/cookies_sessions/icon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3205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11480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Multi-Server SaaS Apps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0" y="4663440"/>
            <a:ext cx="3886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stored in a shared Redis cache let any server node authenticate the same logged-in user.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2187</Words>
  <Application>WPS Presentation</Application>
  <PresentationFormat>On-screen Show (16:9)</PresentationFormat>
  <Paragraphs>108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苹方-简</vt:lpstr>
      <vt:lpstr>Cambria</vt:lpstr>
      <vt:lpstr>Cambria</vt:lpstr>
      <vt:lpstr>Calibri</vt:lpstr>
      <vt:lpstr>Calibri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SEELAM SHIVA</cp:lastModifiedBy>
  <cp:revision>2</cp:revision>
  <dcterms:created xsi:type="dcterms:W3CDTF">2026-08-12T05:05:33Z</dcterms:created>
  <dcterms:modified xsi:type="dcterms:W3CDTF">2026-08-12T05:05:33Z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383EADCC792D5E401DFF7B6A05E1E760_43</vt:lpwstr>
  </property>
</Properties>
</file>